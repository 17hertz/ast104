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8" r:id="rId4"/>
    <p:sldId id="262" r:id="rId5"/>
    <p:sldId id="269" r:id="rId6"/>
    <p:sldId id="267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-38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7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1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9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3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7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2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3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3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4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0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7BAA0-80A4-7A4A-95A8-8F6BD0C9FE15}" type="datetimeFigureOut">
              <a:rPr lang="en-US" smtClean="0"/>
              <a:t>11/2/15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2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c273 low ma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423" y="919460"/>
            <a:ext cx="5987509" cy="452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90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asar 3C 27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77" y="501195"/>
            <a:ext cx="4891147" cy="586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149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uble Quasa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480" y="210672"/>
            <a:ext cx="4687384" cy="3762242"/>
          </a:xfrm>
          <a:prstGeom prst="rect">
            <a:avLst/>
          </a:prstGeom>
        </p:spPr>
      </p:pic>
      <p:pic>
        <p:nvPicPr>
          <p:cNvPr id="4" name="Picture 3" descr="Double Quasar Geometry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83" y="4427063"/>
            <a:ext cx="8206556" cy="21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37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instein Cros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641" y="397003"/>
            <a:ext cx="6458538" cy="605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18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uadSupernova_hubble_117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467" y="240968"/>
            <a:ext cx="6340295" cy="630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46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instein Rin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27" y="497574"/>
            <a:ext cx="6141543" cy="58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383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Goldwater</dc:creator>
  <cp:lastModifiedBy>Apple User</cp:lastModifiedBy>
  <cp:revision>30</cp:revision>
  <dcterms:created xsi:type="dcterms:W3CDTF">2014-02-19T00:00:42Z</dcterms:created>
  <dcterms:modified xsi:type="dcterms:W3CDTF">2015-11-03T01:38:29Z</dcterms:modified>
</cp:coreProperties>
</file>