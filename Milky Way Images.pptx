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5" r:id="rId3"/>
    <p:sldId id="262" r:id="rId4"/>
    <p:sldId id="266" r:id="rId5"/>
    <p:sldId id="268" r:id="rId6"/>
    <p:sldId id="269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19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7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1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9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3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7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2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3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3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4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0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2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90" y="1074235"/>
            <a:ext cx="8554453" cy="48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7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lky Wa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5" y="1862667"/>
            <a:ext cx="8840636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9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ilky Way in Visibl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97" y="1735663"/>
            <a:ext cx="8963293" cy="286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1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lky Way in I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3" y="1044224"/>
            <a:ext cx="9031108" cy="451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1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tral Star Motions.MO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06600" y="863600"/>
            <a:ext cx="5092700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9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ning fork diagram 2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355600"/>
            <a:ext cx="80518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6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8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558800"/>
            <a:ext cx="7048500" cy="54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7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On-screen Show (4:3)</PresentationFormat>
  <Paragraphs>0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Goldwater</dc:creator>
  <cp:lastModifiedBy>Goldwater, David</cp:lastModifiedBy>
  <cp:revision>24</cp:revision>
  <dcterms:created xsi:type="dcterms:W3CDTF">2014-02-19T00:00:42Z</dcterms:created>
  <dcterms:modified xsi:type="dcterms:W3CDTF">2020-04-04T11:50:14Z</dcterms:modified>
</cp:coreProperties>
</file>