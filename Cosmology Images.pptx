
<file path=[Content_Types].xml><?xml version="1.0" encoding="utf-8"?>
<Types xmlns="http://schemas.openxmlformats.org/package/2006/content-types">
  <Default Extension="jpe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72" r:id="rId3"/>
    <p:sldId id="267" r:id="rId4"/>
    <p:sldId id="270" r:id="rId5"/>
    <p:sldId id="27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19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0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7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1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90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32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7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2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3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34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4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0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7BAA0-80A4-7A4A-95A8-8F6BD0C9FE15}" type="datetimeFigureOut">
              <a:rPr lang="en-US" smtClean="0"/>
              <a:t>4/4/20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A455F-DF16-3842-85D7-7198AED66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2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MAP 5 year data summary red hot blue coo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90" y="1122956"/>
            <a:ext cx="8688506" cy="434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1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ubble Deep Fiel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147" y="205226"/>
            <a:ext cx="6256839" cy="656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9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st distant supernov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070" y="178052"/>
            <a:ext cx="6134908" cy="65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97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rk Energy and Matter.jp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991" y="1638085"/>
            <a:ext cx="3885880" cy="34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8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pansio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995" y="190607"/>
            <a:ext cx="6676860" cy="644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3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Goldwater</dc:creator>
  <cp:lastModifiedBy>Goldwater, David</cp:lastModifiedBy>
  <cp:revision>27</cp:revision>
  <dcterms:created xsi:type="dcterms:W3CDTF">2014-02-19T00:00:42Z</dcterms:created>
  <dcterms:modified xsi:type="dcterms:W3CDTF">2020-04-04T12:19:46Z</dcterms:modified>
</cp:coreProperties>
</file>